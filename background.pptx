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5D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90" d="100"/>
          <a:sy n="90" d="100"/>
        </p:scale>
        <p:origin x="293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56EEF-906D-0440-72A3-D97A2FCBB8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93D97A-B389-8298-D48E-CBDB232C57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FF2C5-99AD-C316-F78D-9FF7D1012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16D9-4381-40B8-B789-FF9B3707C276}" type="datetimeFigureOut">
              <a:rPr lang="LID4096" smtClean="0"/>
              <a:t>12/08/2025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E46C5-C4BE-8223-02D9-F7200BCA5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28E11-D739-A612-3CEA-516C78F54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A4584-DC16-4B39-817D-E0AC3025C1C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37774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E4A9F-FA0B-985A-D9D8-B1FDC5ACE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ED5DB-388F-4A85-F91C-8B670B37A5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75D00-E2A2-7A08-F563-AC9F3BBC9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16D9-4381-40B8-B789-FF9B3707C276}" type="datetimeFigureOut">
              <a:rPr lang="LID4096" smtClean="0"/>
              <a:t>12/08/2025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E5D75C-6AFE-5FD8-CD00-23A982AFC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3AAE4-8804-9969-E725-EE3A4B8A8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A4584-DC16-4B39-817D-E0AC3025C1C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45567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4298C-98ED-D3DB-1688-8D0E4A3C6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B3C80-E7F6-BFB0-61F1-8A85F94F0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9B0AE-F4D6-A486-DB04-68D87E066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16D9-4381-40B8-B789-FF9B3707C276}" type="datetimeFigureOut">
              <a:rPr lang="LID4096" smtClean="0"/>
              <a:t>12/08/2025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0779DA-7450-3F94-EC46-2A9BEBC33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487D0-73B8-830E-BD5B-6AC864CAC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A4584-DC16-4B39-817D-E0AC3025C1C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67929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62B48-9C9C-B00F-4973-0148F5D22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A3A17-5C6B-9A3C-ADDA-F457F1868D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109D36-13FF-11D9-C7AB-5AE6E27B3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DF20FB-D7A7-04D1-D05C-669FD6403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16D9-4381-40B8-B789-FF9B3707C276}" type="datetimeFigureOut">
              <a:rPr lang="LID4096" smtClean="0"/>
              <a:t>12/08/2025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4CCA3A-5C56-7C8D-7C62-2B6022AED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7876D2-1D96-E8C6-1360-21ABD0412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A4584-DC16-4B39-817D-E0AC3025C1C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5959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57B29-CEED-50D1-FFB0-EA6D5A60A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A37A7F-06F8-5198-8669-B7213D98E9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E1BD13-A4B8-8FBE-DA57-DDC75918EA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815C0F-B5AA-F934-23E2-A890BDAF1B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80413F-F19C-B1EC-5719-EBC7F09075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8025B8-C81B-32DA-92E1-596CDB79C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16D9-4381-40B8-B789-FF9B3707C276}" type="datetimeFigureOut">
              <a:rPr lang="LID4096" smtClean="0"/>
              <a:t>12/08/2025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476129-DB24-35EA-CA8F-70674E542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21545A-9C90-8F22-1C82-EA21EE760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A4584-DC16-4B39-817D-E0AC3025C1C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09527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D3CD8-AFC0-08D5-8ED9-20D1432C4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B12BD7-A02F-6CB5-FBA5-7524368AF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16D9-4381-40B8-B789-FF9B3707C276}" type="datetimeFigureOut">
              <a:rPr lang="LID4096" smtClean="0"/>
              <a:t>12/08/2025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A237C-D04B-A88E-267C-B7565886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4E40F2-0CC7-897D-74F2-B285E4D8B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A4584-DC16-4B39-817D-E0AC3025C1C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64695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D1D541-206A-C3E0-82E8-BB175D788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16D9-4381-40B8-B789-FF9B3707C276}" type="datetimeFigureOut">
              <a:rPr lang="LID4096" smtClean="0"/>
              <a:t>12/08/2025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CF829E-AE25-B88F-CE9A-D9F9D80D2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61873-2379-9026-A2B7-A195B0317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A4584-DC16-4B39-817D-E0AC3025C1C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72473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8DB80-0B5F-3CE0-F62D-61A201AC1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D58D0-442C-7220-1D61-ED049EE9C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911012-CD7E-5256-4297-6726C315AC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32D099-468F-12C1-CA5A-F2FB83B8C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16D9-4381-40B8-B789-FF9B3707C276}" type="datetimeFigureOut">
              <a:rPr lang="LID4096" smtClean="0"/>
              <a:t>12/08/2025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6F743C-10E7-DDC6-D4A7-2FF0A6319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72B841-F833-609C-9F51-CDD415674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A4584-DC16-4B39-817D-E0AC3025C1C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4180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F94F5-C309-D8EF-2922-6D1017DD9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5836AE-6723-A286-00EB-749BF9DDE7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C79052-D57F-FCB3-2A25-C3DFE97B5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7F09D0-BED9-6935-C8AD-C3668FB45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16D9-4381-40B8-B789-FF9B3707C276}" type="datetimeFigureOut">
              <a:rPr lang="LID4096" smtClean="0"/>
              <a:t>12/08/2025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6BA2D8-14B6-D771-5CFE-FFA8F2545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74B8D-9BD8-0FB9-0C50-10E92E3D5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A4584-DC16-4B39-817D-E0AC3025C1C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54212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604AE-60A9-5AB4-9331-C2DD7F54E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E7B1B8-7234-E124-4EE7-F0E28D60CB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67367-D4FA-B7AF-8C8B-18ACB4576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16D9-4381-40B8-B789-FF9B3707C276}" type="datetimeFigureOut">
              <a:rPr lang="LID4096" smtClean="0"/>
              <a:t>12/08/2025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C1720-08EC-427C-C7FF-170B4EDD5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AE5E3-7BB9-48F5-78C5-5B3405E88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A4584-DC16-4B39-817D-E0AC3025C1C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24434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B9F999-5E0C-5DC6-E3D9-B597E95AC1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0EF980-7D12-8FB8-005D-1B15CDB910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98D3D-24A1-3F09-0826-D8CD60349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16D9-4381-40B8-B789-FF9B3707C276}" type="datetimeFigureOut">
              <a:rPr lang="LID4096" smtClean="0"/>
              <a:t>12/08/2025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8465E-8622-2FBE-0373-05B7489FA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74E85-DD05-4D8A-CFD5-B00BA7BA2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A4584-DC16-4B39-817D-E0AC3025C1C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05378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36E122-21FB-4895-45C7-1EE8C20DE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249885-F714-963C-0A84-2566C95DE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7F91B-8EFF-26B5-D30B-D78208684F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A116D9-4381-40B8-B789-FF9B3707C276}" type="datetimeFigureOut">
              <a:rPr lang="LID4096" smtClean="0"/>
              <a:t>12/08/2025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2F56E-E735-DBE5-AD5E-5875252273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89DAB-ED3F-14BE-8735-92D9CBEAF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DA4584-DC16-4B39-817D-E0AC3025C1C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19747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92587AF-D2D2-C9F9-C62E-4FCCFAFB7D22}"/>
              </a:ext>
            </a:extLst>
          </p:cNvPr>
          <p:cNvSpPr/>
          <p:nvPr/>
        </p:nvSpPr>
        <p:spPr>
          <a:xfrm>
            <a:off x="0" y="396455"/>
            <a:ext cx="12192000" cy="956224"/>
          </a:xfrm>
          <a:prstGeom prst="rect">
            <a:avLst/>
          </a:prstGeom>
          <a:solidFill>
            <a:srgbClr val="8E5D8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6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טל - טק</a:t>
            </a:r>
            <a:endParaRPr lang="LID4096" sz="6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4217098-21F9-DF0B-4E2E-3B4B3F9719BF}"/>
              </a:ext>
            </a:extLst>
          </p:cNvPr>
          <p:cNvGrpSpPr/>
          <p:nvPr/>
        </p:nvGrpSpPr>
        <p:grpSpPr>
          <a:xfrm>
            <a:off x="0" y="0"/>
            <a:ext cx="2133840" cy="2523434"/>
            <a:chOff x="2777065" y="-435013"/>
            <a:chExt cx="6807201" cy="8050051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2162BCA-EAB5-B4F5-2550-6DF85F19A86F}"/>
                </a:ext>
              </a:extLst>
            </p:cNvPr>
            <p:cNvGrpSpPr/>
            <p:nvPr/>
          </p:nvGrpSpPr>
          <p:grpSpPr>
            <a:xfrm>
              <a:off x="2777065" y="-435013"/>
              <a:ext cx="6807201" cy="8050051"/>
              <a:chOff x="2692399" y="-451946"/>
              <a:chExt cx="6807201" cy="8050051"/>
            </a:xfrm>
          </p:grpSpPr>
          <p:pic>
            <p:nvPicPr>
              <p:cNvPr id="13" name="Picture 2">
                <a:extLst>
                  <a:ext uri="{FF2B5EF4-FFF2-40B4-BE49-F238E27FC236}">
                    <a16:creationId xmlns:a16="http://schemas.microsoft.com/office/drawing/2014/main" id="{29B28F9B-B90E-6241-60CE-0C9D920F2D1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duotone>
                  <a:prstClr val="black"/>
                  <a:schemeClr val="accent5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92399" y="-451946"/>
                <a:ext cx="6807201" cy="68072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" name="Picture 2">
                <a:extLst>
                  <a:ext uri="{FF2B5EF4-FFF2-40B4-BE49-F238E27FC236}">
                    <a16:creationId xmlns:a16="http://schemas.microsoft.com/office/drawing/2014/main" id="{5AB41049-4574-4E0A-B3D3-AC1C481396F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duotone>
                  <a:prstClr val="black"/>
                  <a:schemeClr val="accent5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62957" r="51089"/>
              <a:stretch>
                <a:fillRect/>
              </a:stretch>
            </p:blipFill>
            <p:spPr bwMode="auto">
              <a:xfrm>
                <a:off x="3412067" y="5076498"/>
                <a:ext cx="3329444" cy="25216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2" name="Star: 4 Points 11">
              <a:extLst>
                <a:ext uri="{FF2B5EF4-FFF2-40B4-BE49-F238E27FC236}">
                  <a16:creationId xmlns:a16="http://schemas.microsoft.com/office/drawing/2014/main" id="{0CC23BA5-7ECE-C8FA-FA17-969207A210F2}"/>
                </a:ext>
              </a:extLst>
            </p:cNvPr>
            <p:cNvSpPr/>
            <p:nvPr/>
          </p:nvSpPr>
          <p:spPr>
            <a:xfrm rot="16674333">
              <a:off x="5548614" y="5555487"/>
              <a:ext cx="343467" cy="386001"/>
            </a:xfrm>
            <a:prstGeom prst="star4">
              <a:avLst>
                <a:gd name="adj" fmla="val 21867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B8F7969-61B5-A3BD-5889-D230F4E3370F}"/>
              </a:ext>
            </a:extLst>
          </p:cNvPr>
          <p:cNvGrpSpPr/>
          <p:nvPr/>
        </p:nvGrpSpPr>
        <p:grpSpPr>
          <a:xfrm>
            <a:off x="10058160" y="4334566"/>
            <a:ext cx="2133840" cy="2523434"/>
            <a:chOff x="2777065" y="-435013"/>
            <a:chExt cx="6807201" cy="805005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FC24660-BE69-6583-55CD-13B85526BD65}"/>
                </a:ext>
              </a:extLst>
            </p:cNvPr>
            <p:cNvGrpSpPr/>
            <p:nvPr/>
          </p:nvGrpSpPr>
          <p:grpSpPr>
            <a:xfrm>
              <a:off x="2777065" y="-435013"/>
              <a:ext cx="6807201" cy="8050051"/>
              <a:chOff x="2692399" y="-451946"/>
              <a:chExt cx="6807201" cy="8050051"/>
            </a:xfrm>
          </p:grpSpPr>
          <p:pic>
            <p:nvPicPr>
              <p:cNvPr id="7" name="Picture 2">
                <a:extLst>
                  <a:ext uri="{FF2B5EF4-FFF2-40B4-BE49-F238E27FC236}">
                    <a16:creationId xmlns:a16="http://schemas.microsoft.com/office/drawing/2014/main" id="{31DCAEE3-5E2E-D802-0A37-FFDAD1549FA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duotone>
                  <a:prstClr val="black"/>
                  <a:schemeClr val="accent5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92399" y="-451946"/>
                <a:ext cx="6807201" cy="68072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" name="Picture 2">
                <a:extLst>
                  <a:ext uri="{FF2B5EF4-FFF2-40B4-BE49-F238E27FC236}">
                    <a16:creationId xmlns:a16="http://schemas.microsoft.com/office/drawing/2014/main" id="{48D86637-F18A-3658-AC04-B2F46FEC466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duotone>
                  <a:prstClr val="black"/>
                  <a:schemeClr val="accent5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62957" r="51089"/>
              <a:stretch>
                <a:fillRect/>
              </a:stretch>
            </p:blipFill>
            <p:spPr bwMode="auto">
              <a:xfrm>
                <a:off x="3412067" y="5076498"/>
                <a:ext cx="3329444" cy="25216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6" name="Star: 4 Points 5">
              <a:extLst>
                <a:ext uri="{FF2B5EF4-FFF2-40B4-BE49-F238E27FC236}">
                  <a16:creationId xmlns:a16="http://schemas.microsoft.com/office/drawing/2014/main" id="{04918C77-D0AA-A0CC-7FC5-7C3315867101}"/>
                </a:ext>
              </a:extLst>
            </p:cNvPr>
            <p:cNvSpPr/>
            <p:nvPr/>
          </p:nvSpPr>
          <p:spPr>
            <a:xfrm rot="16674333">
              <a:off x="5548614" y="5555487"/>
              <a:ext cx="343467" cy="386001"/>
            </a:xfrm>
            <a:prstGeom prst="star4">
              <a:avLst>
                <a:gd name="adj" fmla="val 21867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B772C57-B6C4-5F56-4103-63F90936784A}"/>
              </a:ext>
            </a:extLst>
          </p:cNvPr>
          <p:cNvSpPr/>
          <p:nvPr/>
        </p:nvSpPr>
        <p:spPr>
          <a:xfrm>
            <a:off x="0" y="5495243"/>
            <a:ext cx="12192000" cy="956224"/>
          </a:xfrm>
          <a:prstGeom prst="rect">
            <a:avLst/>
          </a:prstGeom>
          <a:solidFill>
            <a:srgbClr val="8E5D8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6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299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Straussman, Dan</dc:creator>
  <cp:lastModifiedBy>Straussman, Dan</cp:lastModifiedBy>
  <cp:revision>2</cp:revision>
  <dcterms:created xsi:type="dcterms:W3CDTF">2025-12-08T11:42:07Z</dcterms:created>
  <dcterms:modified xsi:type="dcterms:W3CDTF">2025-12-08T12:13:11Z</dcterms:modified>
</cp:coreProperties>
</file>